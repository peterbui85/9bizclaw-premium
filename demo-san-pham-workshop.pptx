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2E5F8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1645920" cy="320040"/>
          </a:xfrm>
          <a:prstGeom prst="rect">
            <a:avLst>
              <a:gd name="adj" fmla="val 14286"/>
            </a:avLst>
          </a:prstGeom>
          <a:solidFill>
            <a:srgbClr val="E882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Gioi Thieu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Pham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286000" cy="4572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phap quan ly khach hang &amp; Marketing Automation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thang 05, 2026   |   CTCP Giai Phap Nhan 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3200400" cy="3200400"/>
          </a:xfrm>
          <a:prstGeom prst="ellipse">
            <a:avLst/>
          </a:prstGeom>
          <a:solidFill>
            <a:srgbClr val="E8821A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1554480"/>
            <a:ext cx="2286000" cy="2286000"/>
          </a:xfrm>
          <a:prstGeom prst="ellipse">
            <a:avLst/>
          </a:prstGeom>
          <a:solidFill>
            <a:srgbClr val="EEF4FA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www.modoro.vn  |  info@modoro.vn  |  Hotline: 0901 234 567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 dung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Chuong trinh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02920" cy="50292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Thach thuc khach hang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84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va kho khan hien tai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350008"/>
            <a:ext cx="41148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496312"/>
            <a:ext cx="502920" cy="50292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96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phap cua chung toi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788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pham va loi ich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3154680"/>
            <a:ext cx="41148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300984"/>
            <a:ext cx="502920" cy="50292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3009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Tinh nang noi bat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593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 diem vuot troi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97280" y="3959352"/>
            <a:ext cx="41148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105656"/>
            <a:ext cx="502920" cy="50292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105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 va goi dich vu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3982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 gia chi tiet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57200"/>
            <a:ext cx="2560320" cy="411480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57200"/>
            <a:ext cx="2560320" cy="54864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914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khach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83680" y="155448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duoc tim hieu: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San pham huu ich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Gia ca hop 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Cach trien khai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Loi ich thuc te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Thach thuc cua khach hang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3200400"/>
          </a:xfrm>
          <a:prstGeom prst="rect">
            <a:avLst/>
          </a:prstGeom>
          <a:solidFill>
            <a:srgbClr val="EEF4F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325880"/>
            <a:ext cx="822960" cy="822960"/>
          </a:xfrm>
          <a:prstGeom prst="ellipse">
            <a:avLst/>
          </a:prstGeom>
          <a:solidFill>
            <a:srgbClr val="D8404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Khong quan ly duoc khach hang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sach khach nam o nhieu noi, khong co he thong tong hop. Mat khach, cham soc tinh co, chi dua tren nho.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651760" cy="3200400"/>
          </a:xfrm>
          <a:prstGeom prst="rect">
            <a:avLst/>
          </a:prstGeom>
          <a:solidFill>
            <a:srgbClr val="EEF4F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325880"/>
            <a:ext cx="822960" cy="822960"/>
          </a:xfrm>
          <a:prstGeom prst="ellipse">
            <a:avLst/>
          </a:prstGeom>
          <a:solidFill>
            <a:srgbClr val="D8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 nhieu thoi gian cho thao tac thu cong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880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Nhap lieu thu cong, gui tin nhan thu cong, theo doi don hang bang tay. Mot ngay chi lam duoc 5-10 khach.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651760" cy="3200400"/>
          </a:xfrm>
          <a:prstGeom prst="rect">
            <a:avLst/>
          </a:prstGeom>
          <a:solidFill>
            <a:srgbClr val="EEF4FA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325880"/>
            <a:ext cx="822960" cy="822960"/>
          </a:xfrm>
          <a:prstGeom prst="ellipse">
            <a:avLst/>
          </a:prstGeom>
          <a:solidFill>
            <a:srgbClr val="D84040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325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Khong co bao cao hieu qua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8803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Khong biet chi phí bao nhieu, doanh thu bao nhieu, khach nao mua nhieu, kenh nao hieu qua.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phap cua chung toi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840480" cy="33832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solidFill>
            <a:srgbClr val="D8404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TRUOC KHI SU DUNG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sach khach nam o Excel, Zalo, Email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tin nhan tay cho 1 khach mat 3 phut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Khong biet khach nao can cham soc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so khong ro rang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Nhieu nhan vien, nhieu nguoi cham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&gt;&gt;&gt;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3840480" cy="338328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KHI SU DUNG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 ca khach hang tai mot noi, 1 he thong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tin nhan tu dong cho 100 khach/giay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nhan dien khach can cham soc ngay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doanh so theo thoi gian thuc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nhan vien quan ly 50+ khach hang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Tinh nang noi bat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69164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dong hoa Zalo &amp; Telegram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tin nhan, cham soc khach hang, nhac nho tu dong qua Zalo OA va Telegram.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73152" cy="169164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3480" y="1234440"/>
            <a:ext cx="457200" cy="45720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thong minh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8288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doi toan bo lich su khach hang, tu dong phan loai theo hanh vi mua.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73152" cy="169164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54680"/>
            <a:ext cx="457200" cy="45720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Automation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749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Chay chuong trinh khuyen mai, email, tin nhan tu dong theo trigger.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73152" cy="169164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7784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thoi gian thuc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83480" y="374904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 cao doanh so, ti le chuyen doi, chi phi marketing theo ngay/tuan/thang.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 Ty ABC - Tang 300% doanh so trong 6 thang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EEF4FA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 doanh so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EEF4FA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khach phuc vu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EEF4FA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Giam thoi gian cham soc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EEF4FA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037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Gioi thieu them khach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017520"/>
            <a:ext cx="73152" cy="169164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54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 Ty ABC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Truoc khi su dung: Chi quan ly khach hang bang file Excel, 2 nhan vien cham soc 30 khach, doanh thu thang 50M. Sau 6 thang su dung he thong: 1 nhan vien cham soc 130 khach, doanh thu thang dat 200M. Khach hang hien tai: 280+ doanh nghiep.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 va goi dich vu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 Co Ban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thang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214884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Quan ly khach hang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Tich hop Zalo OA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Tich hop Telegram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785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 nhan vien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133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Bao cao co 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343400"/>
            <a:ext cx="1965960" cy="365760"/>
          </a:xfrm>
          <a:prstGeom prst="rect">
            <a:avLst>
              <a:gd name="adj" fmla="val 12500"/>
            </a:avLst>
          </a:prstGeom>
          <a:solidFill>
            <a:srgbClr val="2E5F8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Chon goi nay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697480" cy="4023360"/>
          </a:xfrm>
          <a:prstGeom prst="rect">
            <a:avLst/>
          </a:prstGeom>
          <a:solidFill>
            <a:srgbClr val="E8821A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822960"/>
            <a:ext cx="160020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822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 BIEN NHAT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46120" y="11430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 Premium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46120" y="150876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6.5M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246120" y="21031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thang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2423160"/>
            <a:ext cx="2148840" cy="18288"/>
          </a:xfrm>
          <a:prstGeom prst="rect">
            <a:avLst/>
          </a:prstGeom>
          <a:solidFill>
            <a:srgbClr val="4488AA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Tat ca tinh nang Co Ban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0" y="29077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Marketing Automation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74720" y="32552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Bao cao nang cao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36027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+ 15 nhan vien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9502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Email marketing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Chat trong app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11880" y="4526280"/>
            <a:ext cx="1965960" cy="36576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4526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 ky ngay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118872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132588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 Enterprise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12648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126480" y="22860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thang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0" y="2606040"/>
            <a:ext cx="214884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Tat ca tinh nang Premium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090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Unlimited nhan vien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API tich hop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3785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Dedicated support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55080" y="4133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Custom branding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SLA 99.9%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92240" y="4343400"/>
            <a:ext cx="1965960" cy="365760"/>
          </a:xfrm>
          <a:prstGeom prst="rect">
            <a:avLst>
              <a:gd name="adj" fmla="val 12500"/>
            </a:avLst>
          </a:prstGeom>
          <a:solidFill>
            <a:srgbClr val="1B3A5C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Chon goi nay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sang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82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 dau?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A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 ky demo mien phi 14 ngay ngay hom nay.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011680" cy="457200"/>
          </a:xfrm>
          <a:prstGeom prst="rect">
            <a:avLst>
              <a:gd name="adj" fmla="val 16000"/>
            </a:avLst>
          </a:prstGeom>
          <a:solidFill>
            <a:srgbClr val="E882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 ky ngay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2743200"/>
            <a:ext cx="2011680" cy="457200"/>
          </a:xfrm>
          <a:prstGeom prst="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743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tu van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640080"/>
            <a:ext cx="33832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640080"/>
            <a:ext cx="3383280" cy="54864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868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Thong tin lien he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www.modoro.vn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828800"/>
            <a:ext cx="30175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011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info@modoro.vn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377440"/>
            <a:ext cx="30175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2560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0901 234 567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926080"/>
            <a:ext cx="30175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chi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TP. Ho Chi Minh, VN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3474720"/>
            <a:ext cx="3017520" cy="9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3657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fb.com/modoro.vn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E8821A"/>
          </a:solidFill>
          <a:ln/>
        </p:spPr>
      </p:sp>
      <p:sp>
        <p:nvSpPr>
          <p:cNvPr id="28" name="Text 2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CTCP Giai Phap Nhan Ma  |  www.modoro.vn  |  Hotline: 0901 234 567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8821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Gioi thieu san pham</dc:title>
  <dc:subject>PptxGenJS Presentation</dc:subject>
  <dc:creator>MODORO</dc:creator>
  <cp:lastModifiedBy>MODORO</cp:lastModifiedBy>
  <cp:revision>1</cp:revision>
  <dcterms:created xsi:type="dcterms:W3CDTF">2026-05-25T15:51:45Z</dcterms:created>
  <dcterms:modified xsi:type="dcterms:W3CDTF">2026-05-25T15:51:45Z</dcterms:modified>
</cp:coreProperties>
</file>